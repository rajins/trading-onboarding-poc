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365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POC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UK Trading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Onboarding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· MCP Servers · FCA Compliance · PostgreSQL · Next.js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920240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133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4114800"/>
            <a:ext cx="1920240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97480" y="4133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9748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4114800"/>
            <a:ext cx="1920240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4133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95160" y="4114800"/>
            <a:ext cx="1920240" cy="7772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95160" y="41330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95160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Traditional Onboarding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776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43000"/>
            <a:ext cx="91440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Slow &amp; Manual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6184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paper forms, wet signatures, and manual KYC checks. Customers drop off before completion.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143000"/>
            <a:ext cx="39776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143000"/>
            <a:ext cx="91440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965192" y="1280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Compliance Risk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65192" y="16184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rules (COBS 10.2, COBS 19) require precise journey steps per product. One mistake = regulatory exposure.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39776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71800"/>
            <a:ext cx="91440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108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PII Scattered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34472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stored in flat files or CRMs with no field-level encryption or access audit trail.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971800"/>
            <a:ext cx="3977640" cy="1600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971800"/>
            <a:ext cx="91440" cy="1600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965192" y="3108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No Intelligence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65192" y="3447288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forms can't adapt. Wrong questions asked, right ones missed. No memory across sessions.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acts as an intelligent orchestrator. All compliance decisions stay in deterministic MCP servers — never in the LLM.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orchestrates. MCP servers decide. Audit trail proves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1920240" cy="2286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Orchestrator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410712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customer conversationally. Decides which MCP tool to call next. Never makes PASS/FAIL decisions.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42032" y="2331720"/>
            <a:ext cx="1920240" cy="2286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33472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MCP Servers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33472" y="3410712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Details, KYC, Suitability, Eligibility, Disclosure, Audit. Each owns its rules and data store.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26864" y="2331720"/>
            <a:ext cx="1920240" cy="2286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26864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18304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Rules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18304" y="3410712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FCA rules encoded in version-controlled JSON. Product journey steps, field requirements, scoring thresholds.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11696" y="2331720"/>
            <a:ext cx="1920240" cy="2286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11696" y="24231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03136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Domain Databases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3136" y="3410712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Audit events, and PII each in isolated PostgreSQL databases. AES-256-GCM field encryption for PII.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Onboarding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17520" y="1161288"/>
            <a:ext cx="2286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Text 4"/>
          <p:cNvSpPr/>
          <p:nvPr/>
        </p:nvSpPr>
        <p:spPr>
          <a:xfrm>
            <a:off x="3017520" y="106984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Selection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11680"/>
            <a:ext cx="73152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10312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— Stocks &amp; Shares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 — General Investment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— Contracts for Diff.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SIPP — Personal Pension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— Derivatives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265176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133088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steps auto-determined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eligibility rules JSON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914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52160" y="1161288"/>
            <a:ext cx="2286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1069848"/>
            <a:ext cx="228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Form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00400" y="201168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2011680"/>
            <a:ext cx="73152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3364992" y="210312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+ date of birth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number + UK address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&amp; income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/ FATCA declarations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fields by product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4114800"/>
            <a:ext cx="2651760" cy="731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4133088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encrypted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in onboarding_pii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914400"/>
            <a:ext cx="594360" cy="594360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03504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Journey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2011680"/>
            <a:ext cx="265176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011680"/>
            <a:ext cx="73152" cy="20116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8" name="Text 26"/>
          <p:cNvSpPr/>
          <p:nvPr/>
        </p:nvSpPr>
        <p:spPr>
          <a:xfrm>
            <a:off x="6199632" y="210312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Appropriateness test (if req.)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disclosure text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warnings verbatim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provisioning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4114800"/>
            <a:ext cx="2651760" cy="73152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4133088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MCP tools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in PostgreSQL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FCA-Regulated Products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 has its own compliance journey, rules version, and disclosure requirements.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85800" cy="70408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685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060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&amp; Shares ISA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34440" y="1371600"/>
            <a:ext cx="1371600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13716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0" y="11155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→ KYC → Disclosure → Account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64792"/>
            <a:ext cx="82296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64792"/>
            <a:ext cx="685800" cy="70408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764792"/>
            <a:ext cx="685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1819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Investment Account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34440" y="2130552"/>
            <a:ext cx="1371600" cy="2194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21305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029200" y="1874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→ KYC → Disclosure → Account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523744"/>
            <a:ext cx="82296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523744"/>
            <a:ext cx="685800" cy="70408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523744"/>
            <a:ext cx="685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34440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for Difference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234440" y="2889504"/>
            <a:ext cx="1371600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1234440" y="28895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Appropriateness test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97480" y="29077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COBS 10.2 · 1:30 leverage · 70% loss warning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0" y="26334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→ KYC → Suitability → Disclosure → Risk Warning → Account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282696"/>
            <a:ext cx="82296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282696"/>
            <a:ext cx="685800" cy="70408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82696"/>
            <a:ext cx="685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Self-Invested Personal Pension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234440" y="3648456"/>
            <a:ext cx="1371600" cy="219456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1234440" y="36484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 required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697480" y="36667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COBS 19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0" y="339242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→ KYC → Suitability → Disclosure → Pension Decl → Account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041648"/>
            <a:ext cx="82296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041648"/>
            <a:ext cx="685800" cy="704088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041648"/>
            <a:ext cx="685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23444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&amp; Derivatives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234440" y="4407408"/>
            <a:ext cx="1371600" cy="2194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1234440" y="44074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Appropriateness test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697480" y="4425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COBS 10.2 · Score ≥ 4/6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029200" y="415137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→ KYC → Suitability → Disclosure → Risk Warning → Account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Form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legal name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4114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61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John Smith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9202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YYYY-MM-DD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1226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13432"/>
            <a:ext cx="192024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134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688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Insurance number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4114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9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AB 12 34 56 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26440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4114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65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 High Street, London, SW1A 1AA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4114800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Select...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411480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498848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Conditional fields auto-shown by product: Income band &amp; Source of wealth (CFD/SIPP/OPTIONS) · Tax residency (SIPP/GIA)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914400"/>
            <a:ext cx="3657600" cy="402336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16636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Compliance Built-in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15544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3212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encryption per customer. 12-byte random IV per field. Key never logged.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22128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32120" y="22128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Validation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32120" y="24597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NI regex enforced client-side and server-side before save.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28712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📮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287121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Postcode Check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32120" y="31181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postcode format validated. Invalid formats blocked.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35295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32120" y="35295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/ FATCA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32120" y="3776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declaration checkboxes. PEP flag written to immutable audit trail.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120640" y="4187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🔞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32120" y="4187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≥ 18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32120" y="4434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birth validated server-side. Under-18s blocked at save.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66928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Next.js 14 · Chat UI + Audit Panel · Product Selector · Personal Details Form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29768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290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proxy  /api/chat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828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ORCHESTRATOR · Express · Agentic Loop · O(1) Map&lt;toolName,Client&gt; dispatch · appendAndSave sessions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2468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stdio subprocesses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1261872" cy="685800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7889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847088" y="2788920"/>
            <a:ext cx="1261872" cy="685800"/>
          </a:xfrm>
          <a:prstGeom prst="rect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47088" y="27889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36976" y="2788920"/>
            <a:ext cx="1261872" cy="6858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36976" y="27889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2788920"/>
            <a:ext cx="1261872" cy="685800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27889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16752" y="2788920"/>
            <a:ext cx="1261872" cy="6858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16752" y="27889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2788920"/>
            <a:ext cx="1261872" cy="68580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278892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3931920" cy="6858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JSON Rules Engine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rules/uk/*.json — eligibility · kyc · suitability · disclosures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3931920" cy="685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PostgreSQL · 3 Databases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onboarding_sessions  ·  onboarding_audit  ·  onboarding_pii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 Trail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What Claude NEVER Does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393192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PASS / FAIL compliance decision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disclosure or risk warning text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FCA-mandated journey steps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an appropriateness test FAIL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or log the PII encryption key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Every Event Audited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3931920" cy="2377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716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PERSONAL_DETAILS_COMPLETED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KYC_COMPLETED · SANCTIONS_CHECKED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SUITABILITY_COMPLETED (score + threshold)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PEP_FLAGGED · FATCA_FLAGGED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DISCLOSURE_PRESENTED (text hash)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1430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767328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"event_type": "SUITABILITY_COMPLETED",  "decision": "FAIL",  "tool_name": "run_appropriateness_test",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"input_snapshot": { "product_code": "CFD", "answers": { "q1": "none"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"output_snapshot": { "score": 3, "pass_threshold": 6 },  "rule_version": "1.0.0" 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ISA vs CFD Journey Comparison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402336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 —  Simple Path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42646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ISA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68680" y="184708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personal details form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31136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2267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KYC: identity + sanctions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68680" y="26883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ISA disclosure 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31089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 ✓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520440"/>
            <a:ext cx="4023360" cy="5669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57016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appropriateness test required.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Typical: 5–7 minutes.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914400"/>
            <a:ext cx="402336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9144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CFD  —  Full Compliance Path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389888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389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57800" y="142646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CFD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181051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57800" y="184708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personal details + income + source of wealth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231136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231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57800" y="2267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KYC: identity + sanctions + vulnerability check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2651760"/>
            <a:ext cx="329184" cy="32918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57800" y="268833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Appropriateness test: 4 questions, score ≥ 6/12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072384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0723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4F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57800" y="3108960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→ 30-day retest enforced (Claude cannot override)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46320" y="3493008"/>
            <a:ext cx="329184" cy="329184"/>
          </a:xfrm>
          <a:prstGeom prst="ellipse">
            <a:avLst/>
          </a:prstGeom>
          <a:solidFill>
            <a:srgbClr val="0A2342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57800" y="3529584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disclosure: COBS 10.2 + 70% loss warning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3913632"/>
            <a:ext cx="329184" cy="32918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57800" y="3950208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 ✓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4361688"/>
            <a:ext cx="4023360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4398264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COBS 10.2 · 1:30 leverage limit.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path terminates journey.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023360" cy="329184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Protocol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807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LLM orchestrator. Agentic loop with tool use.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837944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SDK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6654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stdio transport, JSON-RPC 2.0.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68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Factory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56032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createMcpServer() — one pattern for all 6 servers.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00600" y="960120"/>
            <a:ext cx="4023360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960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344168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13807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10328" y="157276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HTTP server. /chat, /audit/:id, /sessions.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00600" y="1837944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874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10328" y="206654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mode. Zod schemas for all MCP tool inputs.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331720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3682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10328" y="256032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isolated databases. JSONB messages. pg pool per server.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4023360" cy="32918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26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310128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3467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353872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Router. /api proxy routes. 3-step onboarding flow.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03904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840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403250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components. useRef for scroll, useEffect for auto-send.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297680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334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" y="452628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Utility-first. Conditional field rendering. Responsive layout.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2926080"/>
            <a:ext cx="4023360" cy="32918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29260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00600" y="3310128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3467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10328" y="353872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PII encryption. 12-byte IV. Auth tag verified on read.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00600" y="3803904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0328" y="38404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key init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0328" y="403250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key resolved at first use, not at module import.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4297680"/>
            <a:ext cx="4023360" cy="43891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0328" y="43342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isolation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10328" y="452628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Audit, PII in separate DBs. Separate connection pools.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06040" cy="16916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143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LLM orchestrates, rules decide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5087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never makes compliance calls. Every PASS/FAIL comes from deterministic JSON rules. Provable in the audit trail.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606040" cy="16916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0584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143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Immutable audit trail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93008" y="15087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writes an event to PostgreSQL. Session ID, customer ID, decision, input snapshot, output snapshot, rule version.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06040" cy="16916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327648" y="11430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Field-level encryption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27648" y="15087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with per-field random IV. PII database is isolated. Key loaded lazily from env, never logged.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2606040" cy="16916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83464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71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O(1) tool dispatch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3337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Map&lt;toolName, Client&gt; built at startup. Zero fan-out, zero try/catch probing. Parallel tool calls via Promise.all.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2834640"/>
            <a:ext cx="2606040" cy="16916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283464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3493008" y="2971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Rules-as-config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93008" y="3337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product or region by adding a JSON file. No MCP server code changes required. Rules path is env-configurable.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2834640"/>
            <a:ext cx="2606040" cy="16916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83464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29718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 Docker-first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33375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domain databases provisioned by init script. Orchestrator and frontend in the same compose file. One command to run.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Trading Onboarding POC</dc:title>
  <dc:subject>PptxGenJS Presentation</dc:subject>
  <dc:creator>PptxGenJS</dc:creator>
  <cp:lastModifiedBy>PptxGenJS</cp:lastModifiedBy>
  <cp:revision>1</cp:revision>
  <dcterms:created xsi:type="dcterms:W3CDTF">2026-06-21T07:30:36Z</dcterms:created>
  <dcterms:modified xsi:type="dcterms:W3CDTF">2026-06-21T07:30:36Z</dcterms:modified>
</cp:coreProperties>
</file>